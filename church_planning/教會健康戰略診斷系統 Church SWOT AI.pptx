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2" r:id="rId3"/>
    <p:sldId id="273" r:id="rId4"/>
    <p:sldId id="275" r:id="rId5"/>
    <p:sldId id="277" r:id="rId6"/>
    <p:sldId id="260" r:id="rId7"/>
    <p:sldId id="276" r:id="rId8"/>
    <p:sldId id="278" r:id="rId9"/>
    <p:sldId id="279" r:id="rId10"/>
    <p:sldId id="280" r:id="rId11"/>
    <p:sldId id="281" r:id="rId12"/>
    <p:sldId id="282" r:id="rId13"/>
    <p:sldId id="283" r:id="rId14"/>
    <p:sldId id="270" r:id="rId15"/>
    <p:sldId id="271" r:id="rId16"/>
    <p:sldId id="284" r:id="rId17"/>
    <p:sldId id="257" r:id="rId18"/>
    <p:sldId id="258" r:id="rId19"/>
    <p:sldId id="259" r:id="rId20"/>
    <p:sldId id="261" r:id="rId21"/>
    <p:sldId id="262" r:id="rId22"/>
    <p:sldId id="263" r:id="rId23"/>
    <p:sldId id="286" r:id="rId24"/>
    <p:sldId id="287" r:id="rId25"/>
    <p:sldId id="285" r:id="rId26"/>
    <p:sldId id="264" r:id="rId27"/>
    <p:sldId id="269" r:id="rId28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94660"/>
  </p:normalViewPr>
  <p:slideViewPr>
    <p:cSldViewPr snapToGrid="0">
      <p:cViewPr>
        <p:scale>
          <a:sx n="50" d="100"/>
          <a:sy n="50" d="100"/>
        </p:scale>
        <p:origin x="63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31B89-89BD-4E12-8838-2AE5AB223DFE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1754D-04A2-4EAB-AA2B-DB0E95912754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1128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3134FE-F465-9EE8-C83D-0AFDB6157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6060AF-DB4F-07E2-0CDE-A8F9A07F8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E9F5BF-71DE-59D5-8295-FAF0696E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CCE56D-CB11-2483-F6E4-1DE87B9F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10A261-F6EC-C278-AD5B-28D2833B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588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70890F-1C48-C1B0-F93F-26F68739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82DDE2-4BE6-3690-2013-037C6D7EE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D3348C-1A08-C531-923A-0CCF8E3F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CFD7CA-29A8-C2B4-ACC8-33F68C22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EF6D1A-8837-D15E-D352-2538BA42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5058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F6C013-683D-A708-1473-11EE9685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966EC3-692E-DDCE-D7C3-ED44BEF45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C34DF7-8CA7-B606-DECE-B3D19FD6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A2B062-4A41-3F36-C2FC-63B3A2E52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43758B-2CB5-F396-5521-FCC466DA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3165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A3ADD6-01DB-1AE9-5489-D70FF4AB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91CC10-44BB-9F62-8946-9747A51D4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75C2CD8-E422-44D5-E6D3-C8174ED5A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53B42D-6190-6D33-905D-70667A0D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9ED0F06-1054-273C-2E89-052AC119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A0F01D-63F5-100B-1EC9-66DA0E33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646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02AE4-6E89-DDB1-FC3A-28AE6EC2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1459DF-DF28-89B8-7D95-3A4D77ADE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45C37B-6834-31A2-9FFD-B936B8775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A1CC69-6B50-9B05-F6B7-6EF962DED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3DAB853-CDF8-4FBE-2866-2449AD21B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D17B55-2778-5E52-F83F-57C9E747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502EBFB-4C54-305C-B789-3A0818F9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B9A0C49-8762-D949-5561-24FA630D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3648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87D9A5-F592-A482-05AA-DB1446DB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74A07CA-BCEB-4472-3184-1F1F41E92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544E152-CD0D-FD33-A364-29BA73C1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501D8C-9BF8-0AB5-7C0A-CC7171BA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5390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B7DD27A-2841-DCCF-0E84-C6AB0F7F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07A7FD-E171-9DCF-07E5-8715B092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300B57-A54C-D22D-1CF6-681D6F32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9138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BDE70-8843-CEBA-CDBA-422F1264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61A7F4-3256-A8D1-4291-6CABE8BD7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F5B342-BFF9-F393-41E4-C8799B1FB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A2E49B-B0E6-58B1-7D57-10FEE1FC7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75DEAB-0780-84C8-C84E-1A306E64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AAF230-F2B7-F4C3-0DBE-A3E378FF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040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937A5C-8153-DE3E-56E6-565382C5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C17D44B-68A6-273C-9626-F8BA9527A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BF6263-34E7-4E3E-ADFD-436A8426F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02864E-34EE-BA46-68E5-F6FF2E57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9AA3176-E565-28B3-3E90-E202AEC3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871FF8-9FCC-E217-B6C6-17D44219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6122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6FE0D2-215F-106A-8C82-F966E683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D79B3C-F450-4F65-D64D-A0D391701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0097B9-62B2-07FB-D2A9-F28760D1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B1DF0D-0FF2-2B92-E7A7-8A4EC703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610681-B4E7-071A-1DAB-24F04666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2295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409698-7A90-9BE6-132C-D98B24CC0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7BE7D8-CB09-A2E0-C590-76C875F37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E82093-0316-E3EB-1107-221A1A2F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5AF469-FB58-0D00-CA27-2B45E35BB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77F3B0-65B3-48C6-7EA5-4311266D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5567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46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05993BE-6B2C-ABDC-C2B1-19AA8E4D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AF8AE9-1DD0-C7A8-FC68-13FF6F908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CDD8AF-3697-6119-9623-D3CDD39C0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1799D1-C6CF-C749-966C-1F716A856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F66D9B-E46A-BE13-883B-A69A143DA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0776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EB1A7D-A1D3-C30B-C5EC-550B934DE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3DEEAB2-0BEE-215D-F73A-C7FF81F7E0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8829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90433-96A0-6C44-2ACF-964D439D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F5C074-9F5C-53E9-4A4C-D49111425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1836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10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5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8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4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27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79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6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12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3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E197-50B1-EC4A-068F-0DA95E0E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1ABA3-E41C-3240-4023-27C918BCD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072303-2BB8-0C66-DB4E-BB55C3A87C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8DAB1F2-9BAE-11C4-FD2D-40D139806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2" b="81327"/>
          <a:stretch>
            <a:fillRect/>
          </a:stretch>
        </p:blipFill>
        <p:spPr bwMode="auto">
          <a:xfrm>
            <a:off x="749499" y="542558"/>
            <a:ext cx="5079801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B9987368-2082-3D83-4D70-A5726FB3E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2198035"/>
            <a:ext cx="4323788" cy="446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76DB81E-126B-9FF0-52C6-5DF945EAEA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2" t="43636" r="31667" b="30458"/>
          <a:stretch>
            <a:fillRect/>
          </a:stretch>
        </p:blipFill>
        <p:spPr bwMode="auto">
          <a:xfrm>
            <a:off x="6109556" y="504030"/>
            <a:ext cx="5079801" cy="619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68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3BA38-06AF-F5F2-A245-AEC9FB37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56D9B-3287-1A2D-8E66-A854E1654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85B6C23-EEF3-F412-88B0-9F6947C7A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"/>
            <a:ext cx="11460757" cy="65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889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61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E7EA-5393-6371-76F7-33E8D1C4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C9B6E-CEF9-1C72-5F3C-F02EE5D10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D1949D4-BDE1-5A16-6B8B-D8BC7EE578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1026" name="Picture 2" descr="swot图表分析素材图片免费下载-千库网">
            <a:extLst>
              <a:ext uri="{FF2B5EF4-FFF2-40B4-BE49-F238E27FC236}">
                <a16:creationId xmlns:a16="http://schemas.microsoft.com/office/drawing/2014/main" id="{BF388DDB-7029-EFBA-8833-1C4FBB9D0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-651641"/>
            <a:ext cx="10927255" cy="819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495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75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903B-4D38-5FA4-9EB2-733FECA7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1D7D85-0C69-45D7-A408-B1BB21838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B6A5085-0B06-8441-A105-044F05133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2050" name="Picture 2" descr="销售模型：常用的28个模型营销-羽毛出海">
            <a:extLst>
              <a:ext uri="{FF2B5EF4-FFF2-40B4-BE49-F238E27FC236}">
                <a16:creationId xmlns:a16="http://schemas.microsoft.com/office/drawing/2014/main" id="{C2652267-1B94-54A1-F4C5-61BD9F4A5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9" y="96729"/>
            <a:ext cx="12135942" cy="682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678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9145C-00BD-879A-65B4-BAA91B550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25551D-7D2A-9218-DE34-A5F176BAE9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247F2-C944-7A9D-25CE-79793A2F9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3074" name="Picture 2" descr="PDCA管理循环图设计图__海报设计_广告设计_设计图库_昵图网">
            <a:extLst>
              <a:ext uri="{FF2B5EF4-FFF2-40B4-BE49-F238E27FC236}">
                <a16:creationId xmlns:a16="http://schemas.microsoft.com/office/drawing/2014/main" id="{4107591B-823D-AD90-AB06-4A691B8D7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0" y="-889000"/>
            <a:ext cx="9553575" cy="86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102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B860-DAB7-D62C-6FF3-E0678B7E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FB65F-0B00-F575-27ED-4233290529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C38561-C5F1-1F07-EF9E-9C45B568A4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4100" name="Picture 4" descr="华为、字节等大厂都在用的PDCA高效工作模型，8张图给你讲清楚！_行动结果与效果目标契合度对比图-CSDN博客">
            <a:extLst>
              <a:ext uri="{FF2B5EF4-FFF2-40B4-BE49-F238E27FC236}">
                <a16:creationId xmlns:a16="http://schemas.microsoft.com/office/drawing/2014/main" id="{F485B1BC-22D4-2AD0-C905-FC6ECAD60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979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4AB2F-EF5C-0101-CDB1-32C82DD7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89FD7B-E1B8-47D0-700A-071A93A16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5BD7025-B553-9E1E-6C99-7F701759F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71553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72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22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90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D4F0-CFF1-C8A5-0E92-DE63E6319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6B281C-B8A2-B8C8-FC51-4ED7317522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FECA7B-54C9-DF2B-038B-294D9567B2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61940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442BE-03BA-29EB-B81A-D927C7E64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F13014-11EA-4CC5-E6BB-16BA9C5AE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87D808-D46E-AF6D-ABDC-1A023D949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6750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14</Words>
  <Application>Microsoft Office PowerPoint</Application>
  <PresentationFormat>寬螢幕</PresentationFormat>
  <Paragraphs>14</Paragraphs>
  <Slides>27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hl cheng</dc:creator>
  <cp:lastModifiedBy>hl cheng</cp:lastModifiedBy>
  <cp:revision>17</cp:revision>
  <dcterms:created xsi:type="dcterms:W3CDTF">2026-04-07T14:19:43Z</dcterms:created>
  <dcterms:modified xsi:type="dcterms:W3CDTF">2026-04-08T00:37:36Z</dcterms:modified>
</cp:coreProperties>
</file>